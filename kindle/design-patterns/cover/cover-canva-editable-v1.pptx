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80fc3b4414bec" /><Relationship Type="http://schemas.openxmlformats.org/officeDocument/2006/relationships/extended-properties" Target="/docProps/app.xml" Id="Rce969720eafd4c15" /><Relationship Type="http://schemas.openxmlformats.org/officeDocument/2006/relationships/officeDocument" Target="/ppt/presentation.xml" Id="R24753abf7b59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1405b0b2d4a86"/>
  </p:sldMasterIdLst>
  <p:notesMasterIdLst>
    <p:notesMasterId xmlns:r="http://schemas.openxmlformats.org/officeDocument/2006/relationships" r:id="Rb816bbc0d3fd4fb2"/>
  </p:notesMasterIdLst>
  <p:sldIdLst>
    <p:sldId xmlns:r="http://schemas.openxmlformats.org/officeDocument/2006/relationships" id="256" r:id="R2122eb57f2974218"/>
  </p:sldIdLst>
  <p:sldSz cx="9753600" cy="1463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93737e33d4ff8" /><Relationship Type="http://schemas.openxmlformats.org/officeDocument/2006/relationships/slideMaster" Target="/ppt/slideMasters/slideMaster1.xml" Id="Re1a1405b0b2d4a86" /><Relationship Type="http://schemas.openxmlformats.org/officeDocument/2006/relationships/notesMaster" Target="/ppt/notesMasters/notesMaster1.xml" Id="Rb816bbc0d3fd4fb2" /><Relationship Type="http://schemas.openxmlformats.org/officeDocument/2006/relationships/presProps" Target="/ppt/presProps.xml" Id="R625f72a3d8124fc6" /><Relationship Type="http://schemas.openxmlformats.org/officeDocument/2006/relationships/tableStyles" Target="/ppt/tableStyles.xml" Id="R763a3784f4d140b5" /><Relationship Type="http://schemas.openxmlformats.org/officeDocument/2006/relationships/slide" Target="/ppt/slides/slide1.xml" Id="R2122eb57f297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04ac3f80d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3f14a410b4bcc" /><Relationship Type="http://schemas.openxmlformats.org/officeDocument/2006/relationships/notesMaster" Target="/ppt/notesMasters/notesMaster1.xml" Id="Rb12c0c4fc94f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c2747a84d4a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78f08c56e34cdb" /><Relationship Type="http://schemas.openxmlformats.org/officeDocument/2006/relationships/slideLayout" Target="/ppt/slideLayouts/slideLayout1.xml" Id="Re227379a7829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7379a7829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ee27890a0403d" /><Relationship Type="http://schemas.openxmlformats.org/officeDocument/2006/relationships/image" Target="/ppt/media/image.png" Id="Rf92a71907f2542c2" /><Relationship Type="http://schemas.openxmlformats.org/officeDocument/2006/relationships/notesSlide" Target="/ppt/notesSlides/notesSlide1.xml" Id="R797e2c76df214d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a71907f2542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sp>
        <p:nvSpPr>
          <p:cNvPr id="2" name="タイトル1">
            <a:extLst xmlns:a="http://schemas.openxmlformats.org/drawingml/2006/main">
              <a:ext uri="{FF2B5EF4-FFF2-40B4-BE49-F238E27FC236}">
                <a16:creationId xmlns:a16="http://schemas.microsoft.com/office/drawing/2014/main" id="{CEF7BFAC-9198-4661-9E7A-E5875FD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8648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050505"/>
                </a:solidFill>
                <a:latin typeface="Noto Sans JP"/>
                <a:ea typeface="Noto Sans JP"/>
                <a:cs typeface="Noto Sans JP"/>
              </a:defRPr>
            </a:pPr>
            <a:r>
              <a:rPr sz="5250" b="1">
                <a:solidFill>
                  <a:srgbClr val="050505"/>
                </a:solidFill>
                <a:latin typeface="Noto Sans JP"/>
                <a:ea typeface="Noto Sans JP"/>
                <a:cs typeface="Noto Sans JP"/>
              </a:rPr>
              <a:t>デザインパターンで学ぶ</a:t>
            </a:r>
          </a:p>
        </p:txBody>
      </p:sp>
      <p:sp>
        <p:nvSpPr>
          <p:cNvPr id="3" name="タイトル2">
            <a:extLst xmlns:a="http://schemas.openxmlformats.org/drawingml/2006/main">
              <a:ext uri="{FF2B5EF4-FFF2-40B4-BE49-F238E27FC236}">
                <a16:creationId xmlns:a16="http://schemas.microsoft.com/office/drawing/2014/main" id="{6494DE8E-23C5-457A-B864-B697598A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648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50505"/>
                </a:solidFill>
                <a:latin typeface="Noto Sans JP"/>
                <a:ea typeface="Noto Sans JP"/>
                <a:cs typeface="Noto Sans JP"/>
              </a:defRPr>
            </a:pPr>
            <a:r>
              <a:rPr sz="6150" b="1">
                <a:solidFill>
                  <a:srgbClr val="050505"/>
                </a:solidFill>
                <a:latin typeface="Noto Sans JP"/>
                <a:ea typeface="Noto Sans JP"/>
                <a:cs typeface="Noto Sans JP"/>
              </a:rPr>
              <a:t>C++ソフトウェア設計</a:t>
            </a:r>
          </a:p>
        </p:txBody>
      </p:sp>
      <p:sp>
        <p:nvSpPr>
          <p:cNvPr id="4" name="タイトル下罫線">
            <a:extLst xmlns:a="http://schemas.openxmlformats.org/drawingml/2006/main">
              <a:ext uri="{FF2B5EF4-FFF2-40B4-BE49-F238E27FC236}">
                <a16:creationId xmlns:a16="http://schemas.microsoft.com/office/drawing/2014/main" id="{A41FE4ED-E6C8-4824-B0E7-217BBFB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861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91"/>
          </a:solidFill>
          <a:ln xmlns:a="http://schemas.openxmlformats.org/drawingml/2006/main" w="0">
            <a:solidFill>
              <a:srgbClr val="123F91"/>
            </a:solidFill>
            <a:prstDash val="solid"/>
          </a:ln>
        </p:spPr>
      </p:sp>
      <p:sp>
        <p:nvSpPr>
          <p:cNvPr id="5" name="サブタイトル">
            <a:extLst xmlns:a="http://schemas.openxmlformats.org/drawingml/2006/main">
              <a:ext uri="{FF2B5EF4-FFF2-40B4-BE49-F238E27FC236}">
                <a16:creationId xmlns:a16="http://schemas.microsoft.com/office/drawing/2014/main" id="{6CBBE3F9-77FD-4EEA-8B95-2759015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830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11827"/>
                </a:solidFill>
                <a:latin typeface="Noto Sans JP"/>
                <a:ea typeface="Noto Sans JP"/>
                <a:cs typeface="Noto Sans JP"/>
              </a:rPr>
              <a:t>分離と再結合で、設計を決める思考プロセス</a:t>
            </a:r>
          </a:p>
        </p:txBody>
      </p:sp>
      <p:sp>
        <p:nvSpPr>
          <p:cNvPr id="6" name="帯見出し">
            <a:extLst xmlns:a="http://schemas.openxmlformats.org/drawingml/2006/main">
              <a:ext uri="{FF2B5EF4-FFF2-40B4-BE49-F238E27FC236}">
                <a16:creationId xmlns:a16="http://schemas.microsoft.com/office/drawing/2014/main" id="{814C5D0F-4C46-4E2E-BAAA-1E734A8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63400"/>
            <a:ext cx="864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パターンを当てはめる前に、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設計すべき構造を見つける。</a:t>
            </a:r>
          </a:p>
        </p:txBody>
      </p:sp>
      <p:sp>
        <p:nvSpPr>
          <p:cNvPr id="7" name="帯説明">
            <a:extLst xmlns:a="http://schemas.openxmlformats.org/drawingml/2006/main">
              <a:ext uri="{FF2B5EF4-FFF2-40B4-BE49-F238E27FC236}">
                <a16:creationId xmlns:a16="http://schemas.microsoft.com/office/drawing/2014/main" id="{D003D401-0781-40C9-AC50-B5C41E6C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73050"/>
            <a:ext cx="864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現状を捉え、結合部分の課題を見つけ、責任を分離し、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動くシステムとして再結合する。</a:t>
            </a:r>
          </a:p>
        </p:txBody>
      </p:sp>
      <p:sp>
        <p:nvSpPr>
          <p:cNvPr id="8" name="帯結論">
            <a:extLst xmlns:a="http://schemas.openxmlformats.org/drawingml/2006/main">
              <a:ext uri="{FF2B5EF4-FFF2-40B4-BE49-F238E27FC236}">
                <a16:creationId xmlns:a16="http://schemas.microsoft.com/office/drawing/2014/main" id="{45FD5F88-19DF-4B52-932B-D5D219D6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4935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E38A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FFE38A"/>
                </a:solidFill>
                <a:latin typeface="Noto Sans JP"/>
                <a:ea typeface="Noto Sans JP"/>
                <a:cs typeface="Noto Sans JP"/>
              </a:rPr>
              <a:t>型ではなく、デザインパターンに至る考え方を学ぶ。</a:t>
            </a:r>
          </a:p>
        </p:txBody>
      </p:sp>
    </p:spTree>
    <p:extLst>
      <p:ext uri="{BB962C8B-B14F-4D97-AF65-F5344CB8AC3E}">
        <p14:creationId xmlns:p14="http://schemas.microsoft.com/office/powerpoint/2010/main" val="1834981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2026-07-26T05:40:09.1170000Z</dcterms:created>
  <dcterms:modified xsi:type="dcterms:W3CDTF">2026-07-26T05:40:09.1170000Z</dcterms:modified>
</coreProperties>
</file>